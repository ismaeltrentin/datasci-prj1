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8" r:id="rId2"/>
    <p:sldId id="269" r:id="rId3"/>
    <p:sldId id="273" r:id="rId4"/>
    <p:sldId id="271" r:id="rId5"/>
    <p:sldId id="274" r:id="rId6"/>
    <p:sldId id="272" r:id="rId7"/>
  </p:sldIdLst>
  <p:sldSz cx="12192000" cy="6858000"/>
  <p:notesSz cx="6858000" cy="9144000"/>
  <p:defaultTextStyle>
    <a:defPPr>
      <a:defRPr lang="it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9502" autoAdjust="0"/>
  </p:normalViewPr>
  <p:slideViewPr>
    <p:cSldViewPr snapToGrid="0">
      <p:cViewPr varScale="1">
        <p:scale>
          <a:sx n="159" d="100"/>
          <a:sy n="159" d="100"/>
        </p:scale>
        <p:origin x="5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CH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030274-9782-43DF-8766-D6EF1F05E43D}" type="datetimeFigureOut">
              <a:rPr lang="it-CH" smtClean="0"/>
              <a:t>29.04.26</a:t>
            </a:fld>
            <a:endParaRPr lang="it-CH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CH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CH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2AC492-C70C-48EA-A282-D2BA8B9A5628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15645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7630E4-4B6C-E049-B776-9C5B74889595}" type="slidenum">
              <a:rPr lang="en-CH" smtClean="0"/>
              <a:t>4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489040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C28E819-9EEF-9422-7389-E559937B07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624DC90-4715-FBA1-7EC1-CA5892258E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55DA6B8-2890-49F0-30CD-935667232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5CAAF-2152-43C7-BA5D-BD7E4B8971BE}" type="datetimeFigureOut">
              <a:rPr lang="it-CH" smtClean="0"/>
              <a:t>29.04.26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3DB75CD-9F26-A27E-52AC-227E291EC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41BCD11-6D85-354A-BEEA-7BD69C615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E77F1-EC84-4847-953E-7CE2D7E9839C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463580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1538CA-C63C-0DFD-E86C-03704927E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8179675-B1B8-5CF3-E969-39402B7AA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0E63938-C4B3-1203-A7AC-FE73E33DB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5CAAF-2152-43C7-BA5D-BD7E4B8971BE}" type="datetimeFigureOut">
              <a:rPr lang="it-CH" smtClean="0"/>
              <a:t>29.04.26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8ADC9AC-828C-4A90-B690-EA8B040F8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23D0638-EB82-44BC-19D4-41C1F3AD8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E77F1-EC84-4847-953E-7CE2D7E9839C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467316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05BC3C7-BE87-D79E-8A57-DE2F1B4A7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991DA3F-7444-5E4F-B69B-FF0F5CD785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5473BEE-E54D-AE70-C15E-38B7BAD43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5CAAF-2152-43C7-BA5D-BD7E4B8971BE}" type="datetimeFigureOut">
              <a:rPr lang="it-CH" smtClean="0"/>
              <a:t>29.04.26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0F051B1-1CDA-E89C-B1E1-34B6C4202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47B0BAF-48F0-4886-2F80-BBCEFC93C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E77F1-EC84-4847-953E-7CE2D7E9839C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252055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4A12AC-58B0-2EDB-2702-7E7F479BF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19F0736-D54E-964C-7897-4E5F3E58FF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E4AA437-135E-13FD-88AC-6024A30E97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B042192-83C6-6511-E65A-951B0CC1F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5CAAF-2152-43C7-BA5D-BD7E4B8971BE}" type="datetimeFigureOut">
              <a:rPr lang="it-CH" smtClean="0"/>
              <a:t>29.04.26</a:t>
            </a:fld>
            <a:endParaRPr lang="it-CH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6875E92-FD1C-0B33-48D1-C99E6A075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674BFB2-2BE1-9EE9-4591-82EC66EDF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E77F1-EC84-4847-953E-7CE2D7E9839C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807028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A5C6753-C56B-ACE2-1C08-3972B4762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D6625BD-B3E4-1CF9-13C2-42E43BB30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013D24E-C281-7C38-04EF-7DB0503CD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CDB474D1-A151-37DB-1387-EB9D01E2E4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AE9533E-4969-3A57-7CF3-E651A02A9B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6704E3B-4F90-EA13-C416-DBC29CF8B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5CAAF-2152-43C7-BA5D-BD7E4B8971BE}" type="datetimeFigureOut">
              <a:rPr lang="it-CH" smtClean="0"/>
              <a:t>29.04.26</a:t>
            </a:fld>
            <a:endParaRPr lang="it-CH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EA8301C3-5966-7A30-F575-4B04243A7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A29991A-283D-D717-BBA0-01290762A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E77F1-EC84-4847-953E-7CE2D7E9839C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511693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74A957-D4EE-701B-ABC3-30A6A8FCE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04E3947-2EBB-E5B7-8B01-41D01BE78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5CAAF-2152-43C7-BA5D-BD7E4B8971BE}" type="datetimeFigureOut">
              <a:rPr lang="it-CH" smtClean="0"/>
              <a:t>29.04.26</a:t>
            </a:fld>
            <a:endParaRPr lang="it-CH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93176B8-180C-F145-DF28-ECA2E7E31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42A0E5F-C9CB-2A80-392B-39BD08EB1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E77F1-EC84-4847-953E-7CE2D7E9839C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258206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B41C026-0FD5-9B14-D0CC-02D6780EB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5CAAF-2152-43C7-BA5D-BD7E4B8971BE}" type="datetimeFigureOut">
              <a:rPr lang="it-CH" smtClean="0"/>
              <a:t>29.04.26</a:t>
            </a:fld>
            <a:endParaRPr lang="it-CH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512DDFE-1530-752E-55D2-28F5BEB81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92EEED1-F254-3181-A278-2101F8B97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E77F1-EC84-4847-953E-7CE2D7E9839C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103522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C21741-90BC-00B1-04F6-9D1F7D577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55AAE0C-6BCE-111A-2775-14B5ED5CB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CDD596D-5CD8-A213-553E-373E86EA97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266CCD1-C150-E210-2E43-1B8464535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5CAAF-2152-43C7-BA5D-BD7E4B8971BE}" type="datetimeFigureOut">
              <a:rPr lang="it-CH" smtClean="0"/>
              <a:t>29.04.26</a:t>
            </a:fld>
            <a:endParaRPr lang="it-CH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702BD1C-053E-B76C-9D82-3326192A4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C313F8F-E050-5629-AB58-E98AD1956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E77F1-EC84-4847-953E-7CE2D7E9839C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4197508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37F5FC-B117-1FB0-6C98-D0D3F4BA0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570FB7B-77E2-F2A3-F2F9-2AC9107474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CH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75A3A99-371C-6C55-F125-F141F80BC6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4F31E19-E07D-C65E-7639-FCEE0439D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5CAAF-2152-43C7-BA5D-BD7E4B8971BE}" type="datetimeFigureOut">
              <a:rPr lang="it-CH" smtClean="0"/>
              <a:t>29.04.26</a:t>
            </a:fld>
            <a:endParaRPr lang="it-CH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54B1CAD-4022-ACC3-2068-A73DDA027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0B86046-C955-16D3-1977-9497B2208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E77F1-EC84-4847-953E-7CE2D7E9839C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4188047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986C292-8922-0FCC-3443-79FCE0F3F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CDAB8852-2970-AE13-7400-EDD550D45F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D986D43-E9D0-94F3-6A44-637867B0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5CAAF-2152-43C7-BA5D-BD7E4B8971BE}" type="datetimeFigureOut">
              <a:rPr lang="it-CH" smtClean="0"/>
              <a:t>29.04.26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C3CC447-678A-45A8-EEEE-530DB0C5E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5EDD4B9-7926-217C-8969-61A1F8215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E77F1-EC84-4847-953E-7CE2D7E9839C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703289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C7DFE9F-9859-8E4F-79EE-C3130A8AA0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65D6AC0-1478-C263-4118-66DB20C217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3A3E689-92FA-1B21-2AB0-DBCD22EA7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5CAAF-2152-43C7-BA5D-BD7E4B8971BE}" type="datetimeFigureOut">
              <a:rPr lang="it-CH" smtClean="0"/>
              <a:t>29.04.26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0323C8-09A7-1395-FCD5-911650434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2CB86F-271F-F958-097E-9906ADA63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E77F1-EC84-4847-953E-7CE2D7E9839C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406128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36287C5E-DA36-5FAF-A8B1-8F6514AC2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212E170-CB8C-D746-BAE8-07B9A44A1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007A847-3F1D-30F9-CC7A-6203258E3A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35CAAF-2152-43C7-BA5D-BD7E4B8971BE}" type="datetimeFigureOut">
              <a:rPr lang="it-CH" smtClean="0"/>
              <a:t>29.04.26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EED12BA-A4C1-7B56-E57C-343D52190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FE0FC35-E44B-1DCC-7AA4-A00B0D181A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CE77F1-EC84-4847-953E-7CE2D7E9839C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873449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0DE526-1936-BCF3-F0AB-41E5EABAE5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H" b="1" dirty="0"/>
              <a:t>Video Game Sales &amp; Industry Data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C2B49AD-2B70-D41F-0B7B-D32EB0F635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H" dirty="0"/>
              <a:t>Xavier Horisberger &amp; Ismael Trentin</a:t>
            </a:r>
          </a:p>
          <a:p>
            <a:r>
              <a:rPr lang="en-CH" dirty="0"/>
              <a:t>Gruppo B</a:t>
            </a:r>
          </a:p>
        </p:txBody>
      </p:sp>
    </p:spTree>
    <p:extLst>
      <p:ext uri="{BB962C8B-B14F-4D97-AF65-F5344CB8AC3E}">
        <p14:creationId xmlns:p14="http://schemas.microsoft.com/office/powerpoint/2010/main" val="403820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9B71A4-FD5A-276F-B880-A9A105E25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CH" dirty="0"/>
              <a:t>Dataset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D44DAE1-3E02-C0D6-EC02-F1DB1D0D9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CH" dirty="0"/>
              <a:t>Periodo: 1980 – 2024</a:t>
            </a:r>
          </a:p>
          <a:p>
            <a:r>
              <a:rPr lang="en-CH" dirty="0"/>
              <a:t>Vendite per console</a:t>
            </a:r>
          </a:p>
          <a:p>
            <a:r>
              <a:rPr lang="en-US" dirty="0"/>
              <a:t>c</a:t>
            </a:r>
            <a:r>
              <a:rPr lang="en-CH" dirty="0"/>
              <a:t>onsole: </a:t>
            </a:r>
            <a:r>
              <a:rPr lang="en-US" dirty="0"/>
              <a:t>PS3, PS4, PS2, X360, </a:t>
            </a:r>
            <a:br>
              <a:rPr lang="en-US" dirty="0"/>
            </a:br>
            <a:r>
              <a:rPr lang="en-US" dirty="0" err="1"/>
              <a:t>Xone</a:t>
            </a:r>
            <a:r>
              <a:rPr lang="en-US" dirty="0"/>
              <a:t>, PC, PSP, Wii</a:t>
            </a:r>
            <a:r>
              <a:rPr lang="en-CH" dirty="0"/>
              <a:t>, …</a:t>
            </a:r>
          </a:p>
          <a:p>
            <a:endParaRPr lang="it-CH" dirty="0"/>
          </a:p>
        </p:txBody>
      </p:sp>
      <p:pic>
        <p:nvPicPr>
          <p:cNvPr id="4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A1A10B6A-F655-99C6-A4BE-805EB419C9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263" y="1508738"/>
            <a:ext cx="4569125" cy="4454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314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A09D21-A4E9-E809-B27A-0E1439C6B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5081"/>
          </a:xfrm>
        </p:spPr>
        <p:txBody>
          <a:bodyPr/>
          <a:lstStyle/>
          <a:p>
            <a:r>
              <a:rPr lang="en-CH" dirty="0"/>
              <a:t>Vendite Globali</a:t>
            </a:r>
            <a:endParaRPr lang="it-CH" dirty="0"/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D3EF1794-7E7E-0FD4-6620-A465052160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903" y="1624132"/>
            <a:ext cx="11822097" cy="4463097"/>
          </a:xfrm>
          <a:prstGeom prst="rect">
            <a:avLst/>
          </a:prstGeom>
        </p:spPr>
      </p:pic>
      <p:sp>
        <p:nvSpPr>
          <p:cNvPr id="6" name="CasellaDiTesto 6">
            <a:extLst>
              <a:ext uri="{FF2B5EF4-FFF2-40B4-BE49-F238E27FC236}">
                <a16:creationId xmlns:a16="http://schemas.microsoft.com/office/drawing/2014/main" id="{FCD421E3-3F5F-05E7-4BD0-D53C16C92462}"/>
              </a:ext>
            </a:extLst>
          </p:cNvPr>
          <p:cNvSpPr txBox="1"/>
          <p:nvPr/>
        </p:nvSpPr>
        <p:spPr>
          <a:xfrm>
            <a:off x="369903" y="5902563"/>
            <a:ext cx="3000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CH" dirty="0"/>
              <a:t>Giochi aggregati per console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334ADFD6-B9DE-43E6-6DE7-52867EF629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0647" y="365125"/>
            <a:ext cx="3931450" cy="3257751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86F0E9B6-0EDA-6B56-23A0-A7A160B99F2D}"/>
              </a:ext>
            </a:extLst>
          </p:cNvPr>
          <p:cNvSpPr txBox="1"/>
          <p:nvPr/>
        </p:nvSpPr>
        <p:spPr>
          <a:xfrm>
            <a:off x="11229271" y="5029189"/>
            <a:ext cx="778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CH" dirty="0">
                <a:solidFill>
                  <a:srgbClr val="FF0000"/>
                </a:solidFill>
              </a:rPr>
              <a:t>GTA V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AA2AFB9-66F9-0541-219D-EA8074BC5C5A}"/>
              </a:ext>
            </a:extLst>
          </p:cNvPr>
          <p:cNvSpPr txBox="1"/>
          <p:nvPr/>
        </p:nvSpPr>
        <p:spPr>
          <a:xfrm>
            <a:off x="6280951" y="4399685"/>
            <a:ext cx="2496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CH" dirty="0" err="1">
                <a:solidFill>
                  <a:srgbClr val="FF0000"/>
                </a:solidFill>
              </a:rPr>
              <a:t>CoD</a:t>
            </a:r>
            <a:r>
              <a:rPr lang="it-CH" dirty="0">
                <a:solidFill>
                  <a:srgbClr val="FF0000"/>
                </a:solidFill>
              </a:rPr>
              <a:t>: </a:t>
            </a:r>
            <a:r>
              <a:rPr lang="it-CH" dirty="0" err="1">
                <a:solidFill>
                  <a:srgbClr val="FF0000"/>
                </a:solidFill>
              </a:rPr>
              <a:t>Modern</a:t>
            </a:r>
            <a:r>
              <a:rPr lang="it-CH" dirty="0">
                <a:solidFill>
                  <a:srgbClr val="FF0000"/>
                </a:solidFill>
              </a:rPr>
              <a:t> </a:t>
            </a:r>
            <a:r>
              <a:rPr lang="it-CH" dirty="0" err="1">
                <a:solidFill>
                  <a:srgbClr val="FF0000"/>
                </a:solidFill>
              </a:rPr>
              <a:t>Warfare</a:t>
            </a:r>
            <a:r>
              <a:rPr lang="it-CH" dirty="0">
                <a:solidFill>
                  <a:srgbClr val="FF0000"/>
                </a:solidFill>
              </a:rPr>
              <a:t> 3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F0F5685-A3E3-6C44-4042-ADBECFA76D4A}"/>
              </a:ext>
            </a:extLst>
          </p:cNvPr>
          <p:cNvSpPr txBox="1"/>
          <p:nvPr/>
        </p:nvSpPr>
        <p:spPr>
          <a:xfrm>
            <a:off x="6280951" y="4744039"/>
            <a:ext cx="2496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CH" dirty="0" err="1">
                <a:solidFill>
                  <a:srgbClr val="FF0000"/>
                </a:solidFill>
              </a:rPr>
              <a:t>CoD</a:t>
            </a:r>
            <a:r>
              <a:rPr lang="it-CH" dirty="0">
                <a:solidFill>
                  <a:srgbClr val="FF0000"/>
                </a:solidFill>
              </a:rPr>
              <a:t>: Ghosts</a:t>
            </a:r>
          </a:p>
        </p:txBody>
      </p:sp>
    </p:spTree>
    <p:extLst>
      <p:ext uri="{BB962C8B-B14F-4D97-AF65-F5344CB8AC3E}">
        <p14:creationId xmlns:p14="http://schemas.microsoft.com/office/powerpoint/2010/main" val="2504207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14D1D-EA1C-AAC6-A911-58D8EC9F5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Voti Alti = Molte Vendite?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5794C4-291D-4DF4-EBEB-BA20FEC71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316" y="1637933"/>
            <a:ext cx="11793416" cy="4418402"/>
          </a:xfrm>
          <a:prstGeom prst="rect">
            <a:avLst/>
          </a:prstGeom>
        </p:spPr>
      </p:pic>
      <p:sp>
        <p:nvSpPr>
          <p:cNvPr id="5" name="CasellaDiTesto 6">
            <a:extLst>
              <a:ext uri="{FF2B5EF4-FFF2-40B4-BE49-F238E27FC236}">
                <a16:creationId xmlns:a16="http://schemas.microsoft.com/office/drawing/2014/main" id="{93752973-FE40-F19D-F183-AE4D34A1C4B7}"/>
              </a:ext>
            </a:extLst>
          </p:cNvPr>
          <p:cNvSpPr txBox="1"/>
          <p:nvPr/>
        </p:nvSpPr>
        <p:spPr>
          <a:xfrm>
            <a:off x="467528" y="5363518"/>
            <a:ext cx="1075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CH" sz="1200" dirty="0">
                <a:solidFill>
                  <a:srgbClr val="0070C0"/>
                </a:solidFill>
              </a:rPr>
              <a:t>Lowest Score</a:t>
            </a:r>
          </a:p>
        </p:txBody>
      </p:sp>
      <p:sp>
        <p:nvSpPr>
          <p:cNvPr id="6" name="CasellaDiTesto 6">
            <a:extLst>
              <a:ext uri="{FF2B5EF4-FFF2-40B4-BE49-F238E27FC236}">
                <a16:creationId xmlns:a16="http://schemas.microsoft.com/office/drawing/2014/main" id="{8AC64DD3-C0C3-E43B-EE90-33EC7A4E3EBE}"/>
              </a:ext>
            </a:extLst>
          </p:cNvPr>
          <p:cNvSpPr txBox="1"/>
          <p:nvPr/>
        </p:nvSpPr>
        <p:spPr>
          <a:xfrm>
            <a:off x="441527" y="2297264"/>
            <a:ext cx="11113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CH" sz="1200" dirty="0">
                <a:solidFill>
                  <a:srgbClr val="0070C0"/>
                </a:solidFill>
              </a:rPr>
              <a:t>Highest Score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9BFC11-B90F-4296-391E-D3BFD5AD43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0260" y="1050399"/>
            <a:ext cx="2476500" cy="1282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549B34-3017-E078-5B44-621DEB4605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3173" y="5502017"/>
            <a:ext cx="2349500" cy="128270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F3CB10-0B10-6EE4-F65C-A74E6725DAF6}"/>
              </a:ext>
            </a:extLst>
          </p:cNvPr>
          <p:cNvCxnSpPr/>
          <p:nvPr/>
        </p:nvCxnSpPr>
        <p:spPr>
          <a:xfrm flipV="1">
            <a:off x="10869563" y="2333099"/>
            <a:ext cx="0" cy="410101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D9309C8-BEBB-E79B-519E-C6354741269A}"/>
              </a:ext>
            </a:extLst>
          </p:cNvPr>
          <p:cNvCxnSpPr>
            <a:cxnSpLocks/>
          </p:cNvCxnSpPr>
          <p:nvPr/>
        </p:nvCxnSpPr>
        <p:spPr>
          <a:xfrm flipV="1">
            <a:off x="8913861" y="5186933"/>
            <a:ext cx="0" cy="315084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2296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0429F4-6592-553C-806F-4FF5D8933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130"/>
            <a:ext cx="10515600" cy="870551"/>
          </a:xfrm>
        </p:spPr>
        <p:txBody>
          <a:bodyPr/>
          <a:lstStyle/>
          <a:p>
            <a:r>
              <a:rPr lang="en-CH" dirty="0"/>
              <a:t>Copie Vendute Per Genere Nelle Regioni</a:t>
            </a:r>
            <a:endParaRPr lang="it-CH" dirty="0"/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C99AB90A-3910-B7A9-EB8F-98A903F256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0858" y="1062681"/>
            <a:ext cx="11070283" cy="570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641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6D21DB-9F00-1821-7035-C1CA93413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3045"/>
            <a:ext cx="10515600" cy="986155"/>
          </a:xfrm>
        </p:spPr>
        <p:txBody>
          <a:bodyPr/>
          <a:lstStyle/>
          <a:p>
            <a:r>
              <a:rPr lang="it-CH" dirty="0"/>
              <a:t>Generi Più Venduti Per Le Top 10 Console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ADFBC62F-2FCF-0BCE-BECA-F97CDB7C7B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1449" y="1219200"/>
            <a:ext cx="10709102" cy="55056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0CA531F-35A6-ACDE-3E28-2557BC2D4DE0}"/>
              </a:ext>
            </a:extLst>
          </p:cNvPr>
          <p:cNvSpPr txBox="1"/>
          <p:nvPr/>
        </p:nvSpPr>
        <p:spPr>
          <a:xfrm>
            <a:off x="10258927" y="1676400"/>
            <a:ext cx="1395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Sales [millions]</a:t>
            </a:r>
          </a:p>
        </p:txBody>
      </p:sp>
    </p:spTree>
    <p:extLst>
      <p:ext uri="{BB962C8B-B14F-4D97-AF65-F5344CB8AC3E}">
        <p14:creationId xmlns:p14="http://schemas.microsoft.com/office/powerpoint/2010/main" val="39980894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88</Words>
  <Application>Microsoft Macintosh PowerPoint</Application>
  <PresentationFormat>Widescreen</PresentationFormat>
  <Paragraphs>19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di Office</vt:lpstr>
      <vt:lpstr>Video Game Sales &amp; Industry Data</vt:lpstr>
      <vt:lpstr>Dataset</vt:lpstr>
      <vt:lpstr>Vendite Globali</vt:lpstr>
      <vt:lpstr>Voti Alti = Molte Vendite?</vt:lpstr>
      <vt:lpstr>Copie Vendute Per Genere Nelle Regioni</vt:lpstr>
      <vt:lpstr>Generi Più Venduti Per Le Top 10 Console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Horisberger Xavier</dc:creator>
  <cp:lastModifiedBy>Trentin Ismael</cp:lastModifiedBy>
  <cp:revision>6</cp:revision>
  <dcterms:created xsi:type="dcterms:W3CDTF">2026-04-29T11:45:59Z</dcterms:created>
  <dcterms:modified xsi:type="dcterms:W3CDTF">2026-04-29T19:15:11Z</dcterms:modified>
</cp:coreProperties>
</file>